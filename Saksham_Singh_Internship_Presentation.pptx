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508760"/>
            <a:ext cx="635508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46520" y="0"/>
            <a:ext cx="5742432" cy="6858000"/>
          </a:xfrm>
          <a:prstGeom prst="rect">
            <a:avLst/>
          </a:prstGeom>
          <a:solidFill>
            <a:srgbClr val="1B3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0020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F6B8E"/>
                </a:solidFill>
                <a:latin typeface="Aptos"/>
              </a:rPr>
              <a:t>AICTE – EDUSKILLS VIRTUAL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993392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Ethical Hacking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615184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F6B8E"/>
                </a:solidFill>
                <a:latin typeface="Aptos"/>
              </a:rPr>
              <a:t>An 8-Week Professional Internship Presentation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800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C89AE"/>
                </a:solidFill>
                <a:latin typeface="Aptos"/>
              </a:rPr>
              <a:t>INTERNSHIP 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10235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ptos"/>
              </a:rPr>
              <a:t>April 2026 – June 2026 (8 Weeks)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9933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9A9E2"/>
                </a:solidFill>
                <a:latin typeface="Aptos"/>
              </a:rPr>
              <a:t>STUDENT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39572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Saksham Singh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96265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4BED2"/>
                </a:solidFill>
                <a:latin typeface="Aptos"/>
              </a:rPr>
              <a:t>Enrollment / Roll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21868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0F0F0"/>
                </a:solidFill>
                <a:latin typeface="Aptos"/>
              </a:rPr>
              <a:t>2410030795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96265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4BED2"/>
                </a:solidFill>
                <a:latin typeface="Aptos"/>
              </a:rPr>
              <a:t>Program &amp; Semester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2186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0F0F0"/>
                </a:solidFill>
                <a:latin typeface="Aptos"/>
              </a:rPr>
              <a:t>B.Tech (CSE)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9834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6F0FA"/>
                </a:solidFill>
                <a:latin typeface="Aptos"/>
              </a:rPr>
              <a:t>HOST ORGANIZATION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23036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EduSkills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550468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FAFF"/>
                </a:solidFill>
                <a:latin typeface="Aptos"/>
              </a:rPr>
              <a:t>Supported by AICTE National Internship Portal</a:t>
            </a:r>
          </a:p>
        </p:txBody>
      </p:sp>
    </p:spTree>
    <p:extLst>
      <p:ext uri="{BB962C8B-B14F-4D97-AF65-F5344CB8AC3E}">
        <p14:creationId xmlns:p14="http://schemas.microsoft.com/office/powerpoint/2010/main" val="939934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9843"/>
            <a:ext cx="5334000" cy="2633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59843"/>
            <a:ext cx="5334000" cy="2633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64643"/>
            <a:ext cx="4910613" cy="31432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Candidate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SAKSHAM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2410030795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Degree: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B.Tech (Computer Science &amp; Engineering)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Academic Batch: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2026-2027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University: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IILM University, Greater Noida, U.P.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864643"/>
            <a:ext cx="4910613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Internship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Program Name: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AICTE – EduSkills Virtual Internship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Ethical Hacking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April 2026 –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2026-5338B2C69D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C16Y2026M081399492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912268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912268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Candidate &amp; Program Overview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66925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>
                <a:latin typeface="Inter"/>
              </a:rPr>
              <a:t>EduSkills Academy delivered the 8-week AICTE–EduSkills Virtual Internship in Ethical Hacking.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66925"/>
            <a:ext cx="3819525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1550" y="3080295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AICTE Association: The internship offer states that the program is under the patronage of the AICTE National Internship Portal.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980408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Program Structure: The internship combined structured learning, weekly assessments, practical exposure, assignments and a final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880520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Internship Domain: Ethical Hacking, with practical coverage of cybersecurity and security-testing fundamentals.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94583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94695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94808"/>
            <a:ext cx="2095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Organization Profile: EduSkills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1382"/>
            <a:ext cx="5334000" cy="27705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91382"/>
            <a:ext cx="5334000" cy="2770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>
                <a:latin typeface="Poppins"/>
              </a:rPr>
              <a:t>The Learning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24807"/>
            <a:ext cx="467677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>
                <a:latin typeface="Inter"/>
              </a:rPr>
              <a:t>Cybersecurity learning benefits from practical exposure to threats, security practices and controlled security-testing activities.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31422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>
                <a:latin typeface="Inter"/>
              </a:rPr>
              <a:t>The internship provided a structured path from security fundamentals to Kali Linux, vulnerability assessment and penetration testing.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>
                <a:latin typeface="Poppins"/>
              </a:rPr>
              <a:t>The Internship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224807"/>
            <a:ext cx="46767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>
                <a:latin typeface="Inter"/>
              </a:rPr>
              <a:t>The eight-week program covered ethical hacking, security fundamentals, social engineering, malware, networking, Kali Linux, web application vulnerability assessment and penetration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7044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>
                <a:latin typeface="Inter"/>
              </a:rPr>
              <a:t>The final stage included a capstone project and reporting of security-testing findings in a controlled, authorized context.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84380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843807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Problem Statement &amp; Industry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3878"/>
            <a:ext cx="2583656" cy="2845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3878"/>
            <a:ext cx="2583656" cy="28455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3878"/>
            <a:ext cx="2583656" cy="28455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3878"/>
            <a:ext cx="2583656" cy="2845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Ethical Hacking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>
                <a:latin typeface="Inter"/>
              </a:rPr>
              <a:t>Understand the purpose, legality, tools and techniques of ethical hacking.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1406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Security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06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>
                <a:latin typeface="Inter"/>
              </a:rPr>
              <a:t>Understand cybersecurity principles, common threat types and protection practices.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3187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Web Security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187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>
                <a:latin typeface="Inter"/>
              </a:rPr>
              <a:t>Learn basic web application vulnerability assessment and penetration-testing concepts.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4968" y="332065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Practical Security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4968" y="370165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>
                <a:latin typeface="Inter"/>
              </a:rPr>
              <a:t>Develop familiarity with Kali Linux, networking, social engineering and malware-related security concepts.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8203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8203"/>
            <a:ext cx="45720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8203"/>
            <a:ext cx="45720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8203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Core Project Objectives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5068"/>
            <a:ext cx="2583656" cy="2843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5068"/>
            <a:ext cx="2583656" cy="2843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5068"/>
            <a:ext cx="2583656" cy="2843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5068"/>
            <a:ext cx="2583656" cy="2843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Security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Kali Linux: security-testing environment and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400550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Ethical Hacking: authorized security-testing concepts.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06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Networking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1406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Networking: protocols, IP addressing and basic device concepts.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1406" y="4400550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Network Security: foundations of secure communication.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3187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Web Application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3187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Vulnerability Assessment: identify and understand basic web application weaknesses.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3187" y="4193381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Penetration Testing: controlled validation and reporting of vulnerabilities.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4968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Security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4968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Social Engineering: phishing, impersonation and human security risks.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4968" y="4193381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Malware: types, behaviour, impact and mitigation concepts.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9393"/>
            <a:ext cx="314325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9393"/>
            <a:ext cx="457200" cy="3619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9393"/>
            <a:ext cx="36195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9393"/>
            <a:ext cx="361950" cy="361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Technologies &amp; MLOps Toolchain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690687"/>
            <a:ext cx="54006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Ethical Hacking Learning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366962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Security Fundamentals: Understand threats, risks and protection practices.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81300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Reconnaissance / Understanding: Learn the target, services and attack surface in an authorized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9563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Vulnerability Assessment: Identify potential weaknesses in a controlled web 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52862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Penetration Testing: Validate selected vulnerabilities using ethical and authorized techniques.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51008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Reporting &amp; Mitigation: Document findings and recommend protective measures.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81250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795587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209925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867150"/>
            <a:ext cx="23812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524375"/>
            <a:ext cx="2381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Introduction to Ethical Hacking</a:t>
            </a:r>
            <a:br/>
            <a:r>
              <a:rPr sz="975" b="1" i="0">
                <a:latin typeface="Inter"/>
              </a:rPr>
              <a:t> Purpose, legality, tools and techniques of ethical hacking.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Fundamentals of Security</a:t>
            </a:r>
            <a:br/>
            <a:r>
              <a:rPr sz="975" b="1" i="0">
                <a:latin typeface="Inter"/>
              </a:rPr>
              <a:t> Cybersecurity principles, threat types and protection practices for systems and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Social Engineering</a:t>
            </a:r>
            <a:br/>
            <a:r>
              <a:rPr sz="975" b="1" i="0">
                <a:latin typeface="Inter"/>
              </a:rPr>
              <a:t> Identify and prevent social engineering attacks like phishing and impersonation.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Malware and Their Types</a:t>
            </a:r>
            <a:br/>
            <a:r>
              <a:rPr sz="975" b="1" i="0">
                <a:latin typeface="Inter"/>
              </a:rPr>
              <a:t> Learn different malware types and how to identify, analyze and mitigate their effects.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Curriculum Timeline (Weeks 1 to 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Networking Essentials</a:t>
            </a:r>
            <a:br/>
            <a:r>
              <a:rPr sz="975" b="1" i="0">
                <a:latin typeface="Inter"/>
              </a:rPr>
              <a:t> Understand networks, protocols, IP addressing and basic device configurations.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Introduction to Kali Linux</a:t>
            </a:r>
            <a:br/>
            <a:r>
              <a:rPr sz="975" b="1" i="0">
                <a:latin typeface="Inter"/>
              </a:rPr>
              <a:t> Learn Kali Linux basics, navigation and tools for ethical hacking and penetration testing.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Basic Web Application with Capstone Projects</a:t>
            </a:r>
            <a:br/>
            <a:r>
              <a:rPr sz="975" b="1" i="0">
                <a:latin typeface="Inter"/>
              </a:rPr>
              <a:t> Build simple web apps and assess vulnerabilities through practical projects.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Penetration Testing (Using Kali Linux)</a:t>
            </a:r>
            <a:br/>
            <a:r>
              <a:rPr sz="975" b="1" i="0">
                <a:latin typeface="Inter"/>
              </a:rPr>
              <a:t> Perform hands-on penetration testing using Kali Linux tools and report vulnerabilities.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Curriculum Timeline (Weeks 5 to 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355056"/>
            <a:ext cx="10648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Ethical Hacking Fundamentals: Understood the purpose, legality, tools and techniques of ethical hacking.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2769393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Security Fundamentals: Studied cybersecurity principles, threat types and protection practices.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42661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Social Engineering &amp; Malware: Learned phishing, impersonation, malware types, behaviour, impact and mitigation.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083843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Kali Linux &amp; Networking: Developed foundational knowledge of Kali Linux, networking, protocols and IP addressing.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74106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Web Security Testing: Gained exposure to vulnerability assessment, basic web application penetration testing and the capstone project.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9343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3681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40906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8131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55356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Key Projects &amp; Demonstrated 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32"/>
                </a:solidFill>
                <a:latin typeface="Aptos Display"/>
              </a:defRPr>
            </a:pPr>
            <a:r>
              <a:t>Certification &amp; Official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41832"/>
            <a:ext cx="11018520" cy="22860"/>
          </a:xfrm>
          <a:prstGeom prst="rect">
            <a:avLst/>
          </a:prstGeom>
          <a:solidFill>
            <a:srgbClr val="2F6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847088"/>
          <a:ext cx="11018519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7955279"/>
              </a:tblGrid>
              <a:tr h="52904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Verification Metric</a:t>
                      </a:r>
                    </a:p>
                  </a:txBody>
                  <a:tcPr>
                    <a:solidFill>
                      <a:srgbClr val="0F1B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Official Record / Credential Details</a:t>
                      </a:r>
                    </a:p>
                  </a:txBody>
                  <a:tcPr>
                    <a:solidFill>
                      <a:srgbClr val="0F1B32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Internship Title</a:t>
                      </a:r>
                    </a:p>
                  </a:txBody>
                  <a:tcPr marL="91440" marR="7315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AICTE – EduSkills Virtual Internship — Ethical Hacking</a:t>
                      </a:r>
                    </a:p>
                  </a:txBody>
                  <a:tcPr marL="91440" marR="73152" anchor="t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Issuing Organization</a:t>
                      </a:r>
                    </a:p>
                  </a:txBody>
                  <a:tcPr marL="91440" marR="73152" anchor="t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EduSkills Academy</a:t>
                      </a:r>
                    </a:p>
                  </a:txBody>
                  <a:tcPr marL="91440" marR="73152" anchor="t">
                    <a:solidFill>
                      <a:srgbClr val="F5F8FC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Academic Patronage</a:t>
                      </a:r>
                    </a:p>
                  </a:txBody>
                  <a:tcPr marL="91440" marR="7315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AICTE National Internship Portal &amp; EduSkills</a:t>
                      </a:r>
                    </a:p>
                  </a:txBody>
                  <a:tcPr marL="91440" marR="73152" anchor="t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Certificate ID</a:t>
                      </a:r>
                    </a:p>
                  </a:txBody>
                  <a:tcPr marL="91440" marR="73152" anchor="t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2026-5338B2C69D (Issued: Jul 14, 2026)</a:t>
                      </a:r>
                    </a:p>
                  </a:txBody>
                  <a:tcPr marL="91440" marR="73152" anchor="t">
                    <a:solidFill>
                      <a:srgbClr val="F5F8FC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Offer Letter Ref</a:t>
                      </a:r>
                    </a:p>
                  </a:txBody>
                  <a:tcPr marL="91440" marR="7315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C16Y2026M081399492</a:t>
                      </a:r>
                    </a:p>
                  </a:txBody>
                  <a:tcPr marL="91440" marR="73152" anchor="t">
                    <a:solidFill>
                      <a:srgbClr val="FFFFFF"/>
                    </a:solidFill>
                  </a:tcPr>
                </a:tc>
              </a:tr>
              <a:tr h="529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Internship Duration</a:t>
                      </a:r>
                    </a:p>
                  </a:txBody>
                  <a:tcPr marL="91440" marR="73152" anchor="t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45C"/>
                          </a:solidFill>
                          <a:latin typeface="Aptos"/>
                        </a:defRPr>
                      </a:pPr>
                      <a:r>
                        <a:t>8 Weeks (April 2026 – June 2026)</a:t>
                      </a:r>
                    </a:p>
                  </a:txBody>
                  <a:tcPr marL="91440" marR="73152" anchor="t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A4E"/>
                </a:solidFill>
                <a:latin typeface="Aptos Display"/>
              </a:defRPr>
            </a:pPr>
            <a:r>
              <a:t>Certification &amp; Official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77824"/>
            <a:ext cx="10972800" cy="22860"/>
          </a:xfrm>
          <a:prstGeom prst="rect">
            <a:avLst/>
          </a:prstGeom>
          <a:solidFill>
            <a:srgbClr val="36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2124" y="1156716"/>
            <a:ext cx="10213848" cy="5138928"/>
          </a:xfrm>
          <a:prstGeom prst="rect">
            <a:avLst/>
          </a:prstGeom>
          <a:noFill/>
          <a:ln w="12700">
            <a:solidFill>
              <a:srgbClr val="CD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188720"/>
            <a:ext cx="10149840" cy="5074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65562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1558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424237"/>
            <a:ext cx="7086600" cy="177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0751" y="1662112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 dirty="0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248275" y="4119562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8475" y="3719512"/>
            <a:ext cx="1828800" cy="31432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>
                <a:latin typeface="Inter SemiBold"/>
              </a:rPr>
              <a:t>Saksham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8475" y="4367212"/>
            <a:ext cx="1828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latin typeface="Inter"/>
              </a:rPr>
              <a:t>2410030795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800" y="3719512"/>
            <a:ext cx="3514725" cy="3143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School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8800" y="4367212"/>
            <a:ext cx="3514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IILM University, Greater Noida, U.P.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374808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74808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920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Certification &amp; Official Verification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Vijendra Kumar</cp:lastModifiedBy>
  <cp:revision>3</cp:revision>
  <dcterms:created xsi:type="dcterms:W3CDTF">2013-01-27T09:14:16Z</dcterms:created>
  <dcterms:modified xsi:type="dcterms:W3CDTF">2026-08-19T20:01:30Z</dcterms:modified>
  <cp:category/>
</cp:coreProperties>
</file>